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 AI Studio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Supercharging vRBT Development with Claude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· Review · Test · Explain · Onboard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 Claude  |  VS Code Extension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vRBT?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Aria Automation / vRealize Build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206240" cy="15544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73152" cy="15544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612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vRBT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527048"/>
            <a:ext cx="3950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VMware's official toolchain for building and deploying vRealize Orchestrator (vRO) workflows and actions, using a Maven-based project structure.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051560"/>
            <a:ext cx="4206240" cy="15544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051560"/>
            <a:ext cx="73152" cy="15544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1612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TypeScript 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1527048"/>
            <a:ext cx="3950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automation logic in TypeScript. vRBT compiles, packages, and pushes actions to your vRO endpoint via mvn vro:push.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697480"/>
            <a:ext cx="4206240" cy="15544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697480"/>
            <a:ext cx="73152" cy="15544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8072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vCenter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3172968"/>
            <a:ext cx="3950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directly with vSphere APIs — manage VMs, networks, storage — all through typed vRO scripting backed by a live vCenter.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697480"/>
            <a:ext cx="4206240" cy="155448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2697480"/>
            <a:ext cx="73152" cy="155448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152" y="28072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CI/CD Ready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45152" y="3172968"/>
            <a:ext cx="3950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pipelines (GitHub Actions, Jenkins) for automated testing and deployment of your automation packages.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&amp; AI-Assisted Development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Anthropic's Claude accelerates vRO automation development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8686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Anthropic's AI assistant — trained to be safe, accurate, and helpful. In vRO AI Studio, Claude understands vRO's TypeScript APIs and vCenter SDK, letting it generate production-ready automation code from plain English descriptions.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2011680"/>
            <a:ext cx="210312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2011680"/>
            <a:ext cx="210312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176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task; Claude writes the vRO action with error handling, logging, and JSDoc.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50008" y="2011680"/>
            <a:ext cx="210312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50008" y="2011680"/>
            <a:ext cx="21031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2441448" y="2176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59736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59736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anti-patterns, blocking calls, and security issues.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17136" y="2011680"/>
            <a:ext cx="210312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17136" y="2011680"/>
            <a:ext cx="210312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176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26864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26864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Jasmine spec files covering happy paths, nulls, edge cases, and API errors.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84264" y="2011680"/>
            <a:ext cx="2103120" cy="1600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84264" y="2011680"/>
            <a:ext cx="210312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75704" y="2176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93992" y="2578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93992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plain-English summary of any vRO action — ideal for onboarding and docs.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Credits to Use 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access requires an Anthropic account with active billing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384048" cy="384048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064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Anthropic Account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898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console.anthropic.com and sign up for a free account using your work email.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859536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975104"/>
            <a:ext cx="384048" cy="384048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892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Billing Settings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Settings → Billing. Click 'Add payment method' and enter your credit card details.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859536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761488"/>
            <a:ext cx="384048" cy="384048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Credits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626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credit amount (e.g. $10–$100). Credits are pre-paid and consumed as you make API calls.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859536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547872"/>
            <a:ext cx="384048" cy="384048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65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Your API Key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749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API Keys section, click 'Create Key'. Copy and store it securely — you'll configure it in vRO AI Studio settings.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8595360" cy="694944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4334256"/>
            <a:ext cx="384048" cy="384048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251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in VS Code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5354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vRO AI Studio settings in VS Code and paste your API key. The extension will validate the connection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solidFill>
            <a:srgbClr val="3FB950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vRO Actions from Natural Language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04672"/>
            <a:ext cx="85953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663440"/>
            <a:ext cx="64008" cy="4800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4681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action goal in plain English — Claude writes fully typed TypeScript with logging, error handling, and JSDoc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solidFill>
            <a:srgbClr val="58A6FF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Review &amp; Best-Practice Checks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04672"/>
            <a:ext cx="85953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663440"/>
            <a:ext cx="64008" cy="4800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4681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analyses the code and surfaces blocking synchronous calls, memory issues, inconsistent error handling, and legacy API usage — color-coded by severity.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solidFill>
            <a:srgbClr val="BC8CFF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Jasmine Test Suite Generation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04672"/>
            <a:ext cx="85953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663440"/>
            <a:ext cx="64008" cy="4800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4681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coverage areas (happy path, null inputs, edge cases) and Claude generates a complete .spec.ts file with mocks, spies, and assertions ready to run.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solidFill>
            <a:srgbClr val="F78166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Code Explanations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04672"/>
            <a:ext cx="85953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663440"/>
            <a:ext cx="64008" cy="48006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4681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vRO action and Claude produces a business-readable summary of what it does and why — perfect for documentation and handoffs.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solidFill>
            <a:srgbClr val="F1C40F"/>
          </a:solidFill>
          <a:ln/>
          <a:effectLst>
            <a:outerShdw sx="100000" sy="100000" kx="0" ky="0" algn="bl" rotWithShape="0" blurRad="76200" dist="127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280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Environment Setup Assistant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04672"/>
            <a:ext cx="859536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663440"/>
            <a:ext cx="64008" cy="48006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4681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 tab detects missing Maven profiles, Java versions, and vRO connection settings, then walks you through each fix conversationally.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Smarter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 AI Studio + Claude = faster, safer vRBT automation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  ·  marketplace.visualstudio.com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vRO AI Studio – Powered by Claude</dc:title>
  <dc:subject>PptxGenJS Presentation</dc:subject>
  <dc:creator>PptxGenJS</dc:creator>
  <cp:lastModifiedBy>PptxGenJS</cp:lastModifiedBy>
  <cp:revision>1</cp:revision>
  <dcterms:created xsi:type="dcterms:W3CDTF">2026-03-31T20:53:04Z</dcterms:created>
  <dcterms:modified xsi:type="dcterms:W3CDTF">2026-03-31T20:53:04Z</dcterms:modified>
</cp:coreProperties>
</file>